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C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548640"/>
            <a:ext cx="2560320" cy="2560320"/>
          </a:xfrm>
          <a:prstGeom prst="ellipse">
            <a:avLst/>
          </a:prstGeom>
          <a:solidFill>
            <a:srgbClr val="C9765A"/>
          </a:solidFill>
          <a:ln w="12700">
            <a:solidFill>
              <a:srgbClr val="C976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3200400"/>
            <a:ext cx="1371600" cy="1371600"/>
          </a:xfrm>
          <a:prstGeom prst="ellipse">
            <a:avLst/>
          </a:prstGeom>
          <a:solidFill>
            <a:srgbClr val="A5502F"/>
          </a:solidFill>
          <a:ln w="12700">
            <a:solidFill>
              <a:srgbClr val="A550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91440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B85C3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9144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夏の終わり・季節の変わり目に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50876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そのお洋服、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残す？ 残さない？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54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BE9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 衣替えスクリーニングタイム 〜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BE9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りえこのインテリア講座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C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衣替えは、収納を見直す絶好のタイミング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40480" cy="3108960"/>
          </a:xfrm>
          <a:prstGeom prst="roundRect">
            <a:avLst>
              <a:gd name="adj" fmla="val 4412"/>
            </a:avLst>
          </a:prstGeom>
          <a:solidFill>
            <a:srgbClr val="F4E3DA"/>
          </a:solidFill>
          <a:ln w="12700">
            <a:solidFill>
              <a:srgbClr val="F4E3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B85C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「この服、この夏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B85C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いちども着なかったな…」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089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着た服・着なかった服が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いちばんはっきりわかるのが「今」。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548640" cy="548640"/>
          </a:xfrm>
          <a:prstGeom prst="ellipse">
            <a:avLst/>
          </a:prstGeom>
          <a:solidFill>
            <a:srgbClr val="6E7D4E"/>
          </a:solidFill>
          <a:ln w="12700">
            <a:solidFill>
              <a:srgbClr val="6E7D4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48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1481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夏の終わり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1874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2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夏服を着た記憶が、まだはっきり残っている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54880" y="2633472"/>
            <a:ext cx="548640" cy="548640"/>
          </a:xfrm>
          <a:prstGeom prst="ellipse">
            <a:avLst/>
          </a:prstGeom>
          <a:solidFill>
            <a:srgbClr val="6E7D4E"/>
          </a:solidFill>
          <a:ln w="12700">
            <a:solidFill>
              <a:srgbClr val="6E7D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2633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季節の変わり目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29535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2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どうせ入れ替えるので、仕分けの手間が少ない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754880" y="3712464"/>
            <a:ext cx="548640" cy="548640"/>
          </a:xfrm>
          <a:prstGeom prst="ellipse">
            <a:avLst/>
          </a:prstGeom>
          <a:solidFill>
            <a:srgbClr val="6E7D4E"/>
          </a:solidFill>
          <a:ln w="12700">
            <a:solidFill>
              <a:srgbClr val="6E7D4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0" y="37124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36393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年末の前に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403250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2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大掃除の前に服を減らすと、年末がぐっとラクに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C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スクリーニングタイムの3つのルール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0320" cy="31089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3D8C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B85C3E"/>
          </a:solidFill>
          <a:ln w="12700">
            <a:solidFill>
              <a:srgbClr val="B85C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時間を決めて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パッパと仕分ける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832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62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例：1着30秒まで。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62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量が多い日は「今日はこの引き出しだけ」でOK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560320" cy="31089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3D8C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737360"/>
            <a:ext cx="640080" cy="640080"/>
          </a:xfrm>
          <a:prstGeom prst="ellipse">
            <a:avLst/>
          </a:prstGeom>
          <a:solidFill>
            <a:srgbClr val="B85C3E"/>
          </a:solidFill>
          <a:ln w="12700">
            <a:solidFill>
              <a:srgbClr val="B85C3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560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思い出や気持ちは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いったん横に置く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3832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62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「あの時は…」「これは…」は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62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いったん不要です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560320" cy="31089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3D8C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737360"/>
            <a:ext cx="640080" cy="640080"/>
          </a:xfrm>
          <a:prstGeom prst="ellipse">
            <a:avLst/>
          </a:prstGeom>
          <a:solidFill>
            <a:srgbClr val="B85C3E"/>
          </a:solidFill>
          <a:ln w="12700">
            <a:solidFill>
              <a:srgbClr val="B85C3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560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見るのは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ファクト（事実）だけ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3832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62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・ダメージ（毛玉・色あせ）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62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・この夏、着た回数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62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・服への今の気持ち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C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仕分けの5ステップ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80160" y="2148840"/>
            <a:ext cx="6583680" cy="0"/>
          </a:xfrm>
          <a:prstGeom prst="line">
            <a:avLst/>
          </a:prstGeom>
          <a:noFill/>
          <a:ln w="38100">
            <a:solidFill>
              <a:srgbClr val="E3D8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45920"/>
            <a:ext cx="1005840" cy="1005840"/>
          </a:xfrm>
          <a:prstGeom prst="ellipse">
            <a:avLst/>
          </a:prstGeom>
          <a:solidFill>
            <a:srgbClr val="B85C3E"/>
          </a:solidFill>
          <a:ln w="12700">
            <a:solidFill>
              <a:srgbClr val="B85C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46504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</a:t>
            </a:r>
            <a:endParaRPr lang="en-US" sz="1100" dirty="0"/>
          </a:p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2つに分ける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2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よく着た／そうでもない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423160" y="1645920"/>
            <a:ext cx="1005840" cy="1005840"/>
          </a:xfrm>
          <a:prstGeom prst="ellipse">
            <a:avLst/>
          </a:prstGeom>
          <a:solidFill>
            <a:srgbClr val="B8913A"/>
          </a:solidFill>
          <a:ln w="12700">
            <a:solidFill>
              <a:srgbClr val="B891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23160" y="1746504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</a:t>
            </a:r>
            <a:endParaRPr lang="en-US" sz="1100" dirty="0"/>
          </a:p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2834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1軍・2軍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3246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2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来年も着たい服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069080" y="1645920"/>
            <a:ext cx="1005840" cy="1005840"/>
          </a:xfrm>
          <a:prstGeom prst="ellipse">
            <a:avLst/>
          </a:prstGeom>
          <a:solidFill>
            <a:srgbClr val="9A6B45"/>
          </a:solidFill>
          <a:ln w="12700">
            <a:solidFill>
              <a:srgbClr val="9A6B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069080" y="1746504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</a:t>
            </a:r>
            <a:endParaRPr lang="en-US" sz="1100" dirty="0"/>
          </a:p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2834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3軍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3246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2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着なかったけど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2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残したい服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715000" y="1645920"/>
            <a:ext cx="1005840" cy="1005840"/>
          </a:xfrm>
          <a:prstGeom prst="ellipse">
            <a:avLst/>
          </a:prstGeom>
          <a:solidFill>
            <a:srgbClr val="8A4B4B"/>
          </a:solidFill>
          <a:ln w="12700">
            <a:solidFill>
              <a:srgbClr val="8A4B4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15000" y="1746504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</a:t>
            </a:r>
            <a:endParaRPr lang="en-US" sz="1100" dirty="0"/>
          </a:p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2834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打ち切り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3246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2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来年も着ない服は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2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今年で処分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60920" y="1645920"/>
            <a:ext cx="1005840" cy="1005840"/>
          </a:xfrm>
          <a:prstGeom prst="ellipse">
            <a:avLst/>
          </a:prstGeom>
          <a:solidFill>
            <a:srgbClr val="6E7D4E"/>
          </a:solidFill>
          <a:ln w="12700">
            <a:solidFill>
              <a:srgbClr val="6E7D4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60920" y="1746504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</a:t>
            </a:r>
            <a:endParaRPr lang="en-US" sz="1100" dirty="0"/>
          </a:p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2834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最終チェック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3246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2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全体を見直して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2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手放すものを決定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5C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1着ずつ、STEP1から順番に。迷ったら「ファクト」に戻りましょう。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C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 →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まず2つに分けて、1軍・2軍を決める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85800" cy="685800"/>
          </a:xfrm>
          <a:prstGeom prst="ellipse">
            <a:avLst/>
          </a:prstGeom>
          <a:solidFill>
            <a:srgbClr val="B85C3E"/>
          </a:solidFill>
          <a:ln w="12700">
            <a:solidFill>
              <a:srgbClr val="B85C3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8590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</a:t>
            </a:r>
            <a:endParaRPr lang="en-US" sz="750" dirty="0"/>
          </a:p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まずは2つに分ける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E9EEDD"/>
          </a:solidFill>
          <a:ln w="19050">
            <a:solidFill>
              <a:srgbClr val="6E7D4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860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7D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この夏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6E7D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よく着た服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3D8C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83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62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そうでもなかった服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11880" y="2926080"/>
            <a:ext cx="411480" cy="411480"/>
          </a:xfrm>
          <a:prstGeom prst="rightArrow">
            <a:avLst/>
          </a:prstGeom>
          <a:solidFill>
            <a:srgbClr val="B85C3E"/>
          </a:solidFill>
          <a:ln w="12700">
            <a:solidFill>
              <a:srgbClr val="B85C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60520" y="1417320"/>
            <a:ext cx="685800" cy="685800"/>
          </a:xfrm>
          <a:prstGeom prst="ellipse">
            <a:avLst/>
          </a:prstGeom>
          <a:solidFill>
            <a:srgbClr val="B85C3E"/>
          </a:solidFill>
          <a:ln w="12700">
            <a:solidFill>
              <a:srgbClr val="B85C3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60520" y="148590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</a:t>
            </a:r>
            <a:endParaRPr lang="en-US" sz="750" dirty="0"/>
          </a:p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1軍・2軍を決める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160520" y="2240280"/>
            <a:ext cx="4434840" cy="1097280"/>
          </a:xfrm>
          <a:prstGeom prst="roundRect">
            <a:avLst>
              <a:gd name="adj" fmla="val 10000"/>
            </a:avLst>
          </a:prstGeom>
          <a:solidFill>
            <a:srgbClr val="F5EDD8"/>
          </a:solidFill>
          <a:ln w="12700">
            <a:solidFill>
              <a:srgbClr val="F5ED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0" y="2377440"/>
            <a:ext cx="822960" cy="822960"/>
          </a:xfrm>
          <a:prstGeom prst="ellipse">
            <a:avLst/>
          </a:prstGeom>
          <a:solidFill>
            <a:srgbClr val="B8913A"/>
          </a:solidFill>
          <a:ln w="12700">
            <a:solidFill>
              <a:srgbClr val="B891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89120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1軍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2377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よく着た ＆ 来年も着たい服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27889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2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クリーニングが必要な服も、ここで分ける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60520" y="3474720"/>
            <a:ext cx="4434840" cy="1371600"/>
          </a:xfrm>
          <a:prstGeom prst="roundRect">
            <a:avLst>
              <a:gd name="adj" fmla="val 8000"/>
            </a:avLst>
          </a:prstGeom>
          <a:solidFill>
            <a:srgbClr val="E9EDF0"/>
          </a:solidFill>
          <a:ln w="12700">
            <a:solidFill>
              <a:srgbClr val="E9ED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0" y="3703320"/>
            <a:ext cx="822960" cy="822960"/>
          </a:xfrm>
          <a:prstGeom prst="ellipse">
            <a:avLst/>
          </a:prstGeom>
          <a:solidFill>
            <a:srgbClr val="7D8A94"/>
          </a:solidFill>
          <a:ln w="12700">
            <a:solidFill>
              <a:srgbClr val="7D8A9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89120" y="3703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2軍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36118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あまり着なかったけど、来年は着たい服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41148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62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一応保管。来年の夏の初めに「今年も手が伸びるか？」を確認 → 着たいなら、そのまま来年へ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C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 →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3軍と「打ち切り」を決める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85800" cy="685800"/>
          </a:xfrm>
          <a:prstGeom prst="ellipse">
            <a:avLst/>
          </a:prstGeom>
          <a:solidFill>
            <a:srgbClr val="B85C3E"/>
          </a:solidFill>
          <a:ln w="12700">
            <a:solidFill>
              <a:srgbClr val="B85C3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8590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</a:t>
            </a:r>
            <a:endParaRPr lang="en-US" sz="750" dirty="0"/>
          </a:p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3軍を決める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3840480" cy="2514600"/>
          </a:xfrm>
          <a:prstGeom prst="roundRect">
            <a:avLst>
              <a:gd name="adj" fmla="val 4364"/>
            </a:avLst>
          </a:prstGeom>
          <a:solidFill>
            <a:srgbClr val="F1E6DB"/>
          </a:solidFill>
          <a:ln w="12700">
            <a:solidFill>
              <a:srgbClr val="F1E6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514600"/>
            <a:ext cx="731520" cy="731520"/>
          </a:xfrm>
          <a:prstGeom prst="ellipse">
            <a:avLst/>
          </a:prstGeom>
          <a:solidFill>
            <a:srgbClr val="9A6B45"/>
          </a:solidFill>
          <a:ln w="12700">
            <a:solidFill>
              <a:srgbClr val="9A6B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3軍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24688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一度も着なかった。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でも気に入っていて残したい服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42900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2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保管してOK。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2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ただし来年も着なければ、処分またはリサイクルへ。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685800" cy="685800"/>
          </a:xfrm>
          <a:prstGeom prst="ellipse">
            <a:avLst/>
          </a:prstGeom>
          <a:solidFill>
            <a:srgbClr val="8A4B4B"/>
          </a:solidFill>
          <a:ln w="12700">
            <a:solidFill>
              <a:srgbClr val="8A4B4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148590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</a:t>
            </a:r>
            <a:endParaRPr lang="en-US" sz="750" dirty="0"/>
          </a:p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1463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「打ち切り」を決める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754880" y="2286000"/>
            <a:ext cx="3840480" cy="2514600"/>
          </a:xfrm>
          <a:prstGeom prst="roundRect">
            <a:avLst>
              <a:gd name="adj" fmla="val 4364"/>
            </a:avLst>
          </a:prstGeom>
          <a:solidFill>
            <a:srgbClr val="F3E1E1"/>
          </a:solidFill>
          <a:ln w="12700">
            <a:solidFill>
              <a:srgbClr val="F3E1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83480" y="2514600"/>
            <a:ext cx="731520" cy="731520"/>
          </a:xfrm>
          <a:prstGeom prst="ellipse">
            <a:avLst/>
          </a:prstGeom>
          <a:solidFill>
            <a:srgbClr val="8A4B4B"/>
          </a:solidFill>
          <a:ln w="12700">
            <a:solidFill>
              <a:srgbClr val="8A4B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83480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打ち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切り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897880" y="24688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この夏着ることもなく、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来年着る姿も想像できない服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342900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2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素材が良い・高かった服ほど残しがち。でも着ない可能性はかなり高いもの。→ 今年で処分対象に。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2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（リサイクル・フリマ・寄付もおすすめ）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C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最終チェック ― もう一度、1軍〜3軍を見直す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D8C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E62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「高かったから、もったいない」…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でも、着ない時点でその服は</a:t>
            </a:r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B85C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“タンスの肥やし”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2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大切な収納スペースを使い続けてしまっています。服が減ると…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2560320" cy="1280160"/>
          </a:xfrm>
          <a:prstGeom prst="roundRect">
            <a:avLst>
              <a:gd name="adj" fmla="val 10714"/>
            </a:avLst>
          </a:prstGeom>
          <a:solidFill>
            <a:srgbClr val="E9EEDD"/>
          </a:solidFill>
          <a:ln w="12700">
            <a:solidFill>
              <a:srgbClr val="E9EE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611880"/>
            <a:ext cx="640080" cy="640080"/>
          </a:xfrm>
          <a:prstGeom prst="ellipse">
            <a:avLst/>
          </a:prstGeom>
          <a:solidFill>
            <a:srgbClr val="6E7D4E"/>
          </a:solidFill>
          <a:ln w="12700">
            <a:solidFill>
              <a:srgbClr val="6E7D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329184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整理しやすくなる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91840" y="3291840"/>
            <a:ext cx="2560320" cy="1280160"/>
          </a:xfrm>
          <a:prstGeom prst="roundRect">
            <a:avLst>
              <a:gd name="adj" fmla="val 10714"/>
            </a:avLst>
          </a:prstGeom>
          <a:solidFill>
            <a:srgbClr val="E9EEDD"/>
          </a:solidFill>
          <a:ln w="12700">
            <a:solidFill>
              <a:srgbClr val="E9EE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3611880"/>
            <a:ext cx="640080" cy="640080"/>
          </a:xfrm>
          <a:prstGeom prst="ellipse">
            <a:avLst/>
          </a:prstGeom>
          <a:solidFill>
            <a:srgbClr val="6E7D4E"/>
          </a:solidFill>
          <a:ln w="12700">
            <a:solidFill>
              <a:srgbClr val="6E7D4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2044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329184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収納にスペースが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生まれる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0" y="3291840"/>
            <a:ext cx="2560320" cy="1280160"/>
          </a:xfrm>
          <a:prstGeom prst="roundRect">
            <a:avLst>
              <a:gd name="adj" fmla="val 10714"/>
            </a:avLst>
          </a:prstGeom>
          <a:solidFill>
            <a:srgbClr val="E9EEDD"/>
          </a:solidFill>
          <a:ln w="12700">
            <a:solidFill>
              <a:srgbClr val="E9EE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3611880"/>
            <a:ext cx="640080" cy="640080"/>
          </a:xfrm>
          <a:prstGeom prst="ellipse">
            <a:avLst/>
          </a:prstGeom>
          <a:solidFill>
            <a:srgbClr val="6E7D4E"/>
          </a:solidFill>
          <a:ln w="12700">
            <a:solidFill>
              <a:srgbClr val="6E7D4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6364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329184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余った収納ボックスや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3A3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袋も手放せる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E7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566160"/>
            <a:ext cx="1097280" cy="1097280"/>
          </a:xfrm>
          <a:prstGeom prst="ellipse">
            <a:avLst/>
          </a:prstGeom>
          <a:solidFill>
            <a:srgbClr val="7E8D5E"/>
          </a:solidFill>
          <a:ln w="12700">
            <a:solidFill>
              <a:srgbClr val="7E8D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457200"/>
            <a:ext cx="1188720" cy="1188720"/>
          </a:xfrm>
          <a:prstGeom prst="ellipse">
            <a:avLst/>
          </a:prstGeom>
          <a:solidFill>
            <a:srgbClr val="5F6D42"/>
          </a:solidFill>
          <a:ln w="12700">
            <a:solidFill>
              <a:srgbClr val="5F6D4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280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クリーンチェックは、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874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スペースにも、心にも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大きなゆとりを生んでくれます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749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D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スクリーニング後のクローゼットの写真、LINEで送ってくださいね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D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ひとことアドバイスをお返しします ― りえこ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そのお洋服、残す？残さない？ 衣替えスクリーニングタイム</dc:title>
  <dc:subject>PptxGenJS Presentation</dc:subject>
  <dc:creator>PptxGenJS</dc:creator>
  <cp:lastModifiedBy>PptxGenJS</cp:lastModifiedBy>
  <cp:revision>1</cp:revision>
  <dcterms:created xsi:type="dcterms:W3CDTF">2026-09-28T06:56:51Z</dcterms:created>
  <dcterms:modified xsi:type="dcterms:W3CDTF">2026-09-28T06:56:51Z</dcterms:modified>
</cp:coreProperties>
</file>