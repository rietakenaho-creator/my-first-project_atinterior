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W_OVERVIEW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image" Target="../media/image-1-9.jpg"/><Relationship Id="rId10" Type="http://schemas.openxmlformats.org/officeDocument/2006/relationships/image" Target="../media/image-1-10.jpg"/><Relationship Id="rId11" Type="http://schemas.openxmlformats.org/officeDocument/2006/relationships/image" Target="../media/image-1-11.jpg"/><Relationship Id="rId12" Type="http://schemas.openxmlformats.org/officeDocument/2006/relationships/image" Target="../media/image-1-12.jpg"/><Relationship Id="rId13" Type="http://schemas.openxmlformats.org/officeDocument/2006/relationships/image" Target="../media/image-1-13.jp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Instagram 固定投稿イメージ</a:t>
            </a:r>
            <a:endParaRPr lang="en-US" sz="2400" dirty="0"/>
          </a:p>
        </p:txBody>
      </p:sp>
      <p:sp>
        <p:nvSpPr>
          <p:cNvPr id="3" name="row-1-card"/>
          <p:cNvSpPr/>
          <p:nvPr/>
        </p:nvSpPr>
        <p:spPr>
          <a:xfrm>
            <a:off x="457200" y="1051560"/>
            <a:ext cx="20116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4" name="row-1-label"/>
          <p:cNvSpPr txBox="1"/>
          <p:nvPr/>
        </p:nvSpPr>
        <p:spPr>
          <a:xfrm>
            <a:off x="640080" y="118872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固定投稿 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ハウスワークの家 vol.1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コンセプト・デザイン</a:t>
            </a:r>
            <a:endParaRPr lang="en-US" sz="1100" dirty="0"/>
          </a:p>
        </p:txBody>
      </p:sp>
      <p:pic>
        <p:nvPicPr>
          <p:cNvPr id="5" name="post-1-1" descr="/home/user/my-first-project_atinterior/instagram/out/p1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051560"/>
            <a:ext cx="1353312" cy="1691640"/>
          </a:xfrm>
          <a:prstGeom prst="rect">
            <a:avLst/>
          </a:prstGeom>
        </p:spPr>
      </p:pic>
      <p:pic>
        <p:nvPicPr>
          <p:cNvPr id="6" name="post-1-2" descr="/home/user/my-first-project_atinterior/instagram/out/p1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1051560"/>
            <a:ext cx="1353312" cy="1691640"/>
          </a:xfrm>
          <a:prstGeom prst="rect">
            <a:avLst/>
          </a:prstGeom>
        </p:spPr>
      </p:pic>
      <p:pic>
        <p:nvPicPr>
          <p:cNvPr id="7" name="post-1-3" descr="/home/user/my-first-project_atinterior/instagram/out/p1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051560"/>
            <a:ext cx="1353312" cy="1691640"/>
          </a:xfrm>
          <a:prstGeom prst="rect">
            <a:avLst/>
          </a:prstGeom>
        </p:spPr>
      </p:pic>
      <p:pic>
        <p:nvPicPr>
          <p:cNvPr id="8" name="post-1-4" descr="/home/user/my-first-project_atinterior/instagram/out/p1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1051560"/>
            <a:ext cx="1353312" cy="1691640"/>
          </a:xfrm>
          <a:prstGeom prst="rect">
            <a:avLst/>
          </a:prstGeom>
        </p:spPr>
      </p:pic>
      <p:sp>
        <p:nvSpPr>
          <p:cNvPr id="9" name="row-2-card"/>
          <p:cNvSpPr/>
          <p:nvPr/>
        </p:nvSpPr>
        <p:spPr>
          <a:xfrm>
            <a:off x="457200" y="2880360"/>
            <a:ext cx="20116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0" name="row-2-label"/>
          <p:cNvSpPr txBox="1"/>
          <p:nvPr/>
        </p:nvSpPr>
        <p:spPr>
          <a:xfrm>
            <a:off x="640080" y="301752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固定投稿 2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ハウスワークの家 vol.2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暮らし方の提案</a:t>
            </a:r>
            <a:endParaRPr lang="en-US" sz="1100" dirty="0"/>
          </a:p>
        </p:txBody>
      </p:sp>
      <p:pic>
        <p:nvPicPr>
          <p:cNvPr id="11" name="post-2-1" descr="/home/user/my-first-project_atinterior/instagram/out/p2-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2880360"/>
            <a:ext cx="1353312" cy="1691640"/>
          </a:xfrm>
          <a:prstGeom prst="rect">
            <a:avLst/>
          </a:prstGeom>
        </p:spPr>
      </p:pic>
      <p:pic>
        <p:nvPicPr>
          <p:cNvPr id="12" name="post-2-2" descr="/home/user/my-first-project_atinterior/instagram/out/p2-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2232" y="2880360"/>
            <a:ext cx="1353312" cy="1691640"/>
          </a:xfrm>
          <a:prstGeom prst="rect">
            <a:avLst/>
          </a:prstGeom>
        </p:spPr>
      </p:pic>
      <p:pic>
        <p:nvPicPr>
          <p:cNvPr id="13" name="post-2-3" descr="/home/user/my-first-project_atinterior/instagram/out/p2-3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2704" y="2880360"/>
            <a:ext cx="1353312" cy="1691640"/>
          </a:xfrm>
          <a:prstGeom prst="rect">
            <a:avLst/>
          </a:prstGeom>
        </p:spPr>
      </p:pic>
      <p:pic>
        <p:nvPicPr>
          <p:cNvPr id="14" name="post-2-4" descr="/home/user/my-first-project_atinterior/instagram/out/p2-4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3176" y="2880360"/>
            <a:ext cx="1353312" cy="1691640"/>
          </a:xfrm>
          <a:prstGeom prst="rect">
            <a:avLst/>
          </a:prstGeom>
        </p:spPr>
      </p:pic>
      <p:sp>
        <p:nvSpPr>
          <p:cNvPr id="15" name="row-3-card"/>
          <p:cNvSpPr/>
          <p:nvPr/>
        </p:nvSpPr>
        <p:spPr>
          <a:xfrm>
            <a:off x="457200" y="4709160"/>
            <a:ext cx="20116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6" name="row-3-label"/>
          <p:cNvSpPr txBox="1"/>
          <p:nvPr/>
        </p:nvSpPr>
        <p:spPr>
          <a:xfrm>
            <a:off x="640080" y="484632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固定投稿 3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実例紹介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外観・ガレージ・室内</a:t>
            </a:r>
            <a:endParaRPr lang="en-US" sz="1100" dirty="0"/>
          </a:p>
        </p:txBody>
      </p:sp>
      <p:pic>
        <p:nvPicPr>
          <p:cNvPr id="17" name="post-3-1" descr="/home/user/my-first-project_atinterior/instagram/out/p3-1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0" y="4709160"/>
            <a:ext cx="1353312" cy="1691640"/>
          </a:xfrm>
          <a:prstGeom prst="rect">
            <a:avLst/>
          </a:prstGeom>
        </p:spPr>
      </p:pic>
      <p:pic>
        <p:nvPicPr>
          <p:cNvPr id="18" name="post-3-2" descr="/home/user/my-first-project_atinterior/instagram/out/p3-2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42232" y="4709160"/>
            <a:ext cx="1353312" cy="1691640"/>
          </a:xfrm>
          <a:prstGeom prst="rect">
            <a:avLst/>
          </a:prstGeom>
        </p:spPr>
      </p:pic>
      <p:pic>
        <p:nvPicPr>
          <p:cNvPr id="19" name="post-3-3" descr="/home/user/my-first-project_atinterior/instagram/out/p3-3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2704" y="4709160"/>
            <a:ext cx="1353312" cy="1691640"/>
          </a:xfrm>
          <a:prstGeom prst="rect">
            <a:avLst/>
          </a:prstGeom>
        </p:spPr>
      </p:pic>
      <p:pic>
        <p:nvPicPr>
          <p:cNvPr id="20" name="post-3-4" descr="/home/user/my-first-project_atinterior/instagram/out/p3-4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23176" y="4709160"/>
            <a:ext cx="1353312" cy="1691640"/>
          </a:xfrm>
          <a:prstGeom prst="rect">
            <a:avLst/>
          </a:prstGeom>
        </p:spPr>
      </p:pic>
      <p:pic>
        <p:nvPicPr>
          <p:cNvPr id="21" name="profile" descr="/home/user/my-first-project_atinterior/instagram/out/profile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8187" y="1051560"/>
            <a:ext cx="2713565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ouseWork">
  <a:themeElements>
    <a:clrScheme name="HouseWork">
      <a:dk1>
        <a:srgbClr val="231F1C"/>
      </a:dk1>
      <a:lt1>
        <a:srgbClr val="FFFFFF"/>
      </a:lt1>
      <a:dk2>
        <a:srgbClr val="7B6A56"/>
      </a:dk2>
      <a:lt2>
        <a:srgbClr val="F4F1ED"/>
      </a:lt2>
      <a:accent1>
        <a:srgbClr val="F39800"/>
      </a:accent1>
      <a:accent2>
        <a:srgbClr val="7B6A56"/>
      </a:accent2>
      <a:accent3>
        <a:srgbClr val="231F1C"/>
      </a:accent3>
      <a:accent4>
        <a:srgbClr val="C9BBA8"/>
      </a:accent4>
      <a:accent5>
        <a:srgbClr val="D8CFC4"/>
      </a:accent5>
      <a:accent6>
        <a:srgbClr val="06C755"/>
      </a:accent6>
      <a:hlink>
        <a:srgbClr val="F39800"/>
      </a:hlink>
      <a:folHlink>
        <a:srgbClr val="7B6A56"/>
      </a:folHlink>
    </a:clrScheme>
    <a:fontScheme name="HouseWork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固定投稿イメージ</dc:title>
  <dc:subject>PptxGenJS Presentation</dc:subject>
  <dc:creator>PptxGenJS</dc:creator>
  <cp:lastModifiedBy>PptxGenJS</cp:lastModifiedBy>
  <cp:revision>1</cp:revision>
  <dcterms:created xsi:type="dcterms:W3CDTF">2026-10-05T14:40:45Z</dcterms:created>
  <dcterms:modified xsi:type="dcterms:W3CDTF">2026-10-05T14:40:45Z</dcterms:modified>
</cp:coreProperties>
</file>