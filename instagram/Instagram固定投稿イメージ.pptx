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実例紹介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外観・ガレージ・室内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2026-10-05T14:37:15Z</dcterms:created>
  <dcterms:modified xsi:type="dcterms:W3CDTF">2026-10-05T14:37:15Z</dcterms:modified>
</cp:coreProperties>
</file>