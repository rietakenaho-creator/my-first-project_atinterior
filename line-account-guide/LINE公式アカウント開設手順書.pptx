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5b4bbd27-df14-91e0-0b46-3311b95ff647}">
          <p14:sldIdLst>
            <p14:sldId id="256"/>
            <p14:sldId id="257"/>
            <p14:sldId id="258"/>
          </p14:sldIdLst>
        </p14:section>
        <p14:section name="開設手順" id="{0838a03f-83c1-02a2-07f9-e30453c87f70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7f1816cd-896f-8aa8-ab9d-b1a737a0e9e6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施工事例と、古河展示場の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2026-10-10T08:25:33Z</dcterms:created>
  <dcterms:modified xsi:type="dcterms:W3CDTF">2026-10-10T08:25:33Z</dcterms:modified>
</cp:coreProperties>
</file>