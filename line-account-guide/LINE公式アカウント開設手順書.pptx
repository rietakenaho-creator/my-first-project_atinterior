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5f92d64c-c1de-9e2c-cc48-73e29dd12bb6}">
          <p14:sldIdLst>
            <p14:sldId id="256"/>
            <p14:sldId id="257"/>
            <p14:sldId id="258"/>
          </p14:sldIdLst>
        </p14:section>
        <p14:section name="開設手順" id="{25521f80-b994-58ff-c42b-948b67125ece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e4a08ada-2068-c856-bdd7-97bfea5d0a39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2026-10-10T08:47:01Z</dcterms:created>
  <dcterms:modified xsi:type="dcterms:W3CDTF">2026-10-10T08:47:01Z</dcterms:modified>
</cp:coreProperties>
</file>