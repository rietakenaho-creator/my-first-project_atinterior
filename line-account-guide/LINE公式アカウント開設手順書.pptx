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649ec65b-d922-f6ee-e173-ddec06e48ec5}">
          <p14:sldIdLst>
            <p14:sldId id="256"/>
            <p14:sldId id="257"/>
            <p14:sldId id="258"/>
          </p14:sldIdLst>
        </p14:section>
        <p14:section name="開設手順" id="{57c046ff-bf46-4db6-de20-327e3066fa3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cacb3a75-61ff-f530-d485-a614e5e2e127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2026-10-10T08:23:13Z</dcterms:created>
  <dcterms:modified xsi:type="dcterms:W3CDTF">2026-10-10T08:23:13Z</dcterms:modified>
</cp:coreProperties>
</file>