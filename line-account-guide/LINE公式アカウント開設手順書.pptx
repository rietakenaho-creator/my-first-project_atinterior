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82873903-7ff8-b204-0843-2580733fc116}">
          <p14:sldIdLst>
            <p14:sldId id="256"/>
            <p14:sldId id="257"/>
            <p14:sldId id="258"/>
          </p14:sldIdLst>
        </p14:section>
        <p14:section name="開設手順" id="{1d5a5dca-8a44-d1b5-db48-53b46968d1ef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6c98399b-3ec5-736d-23f0-2a598e1b2f55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2026-10-10T08:26:35Z</dcterms:created>
  <dcterms:modified xsi:type="dcterms:W3CDTF">2026-10-10T08:26:35Z</dcterms:modified>
</cp:coreProperties>
</file>