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5eb9dbc8-f66a-5411-c364-d71d587eeca8}">
          <p14:sldIdLst>
            <p14:sldId id="256"/>
            <p14:sldId id="257"/>
            <p14:sldId id="258"/>
          </p14:sldIdLst>
        </p14:section>
        <p14:section name="開設手順" id="{e8094888-195f-cdf4-96c0-ecff178b4b5b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73efb400-c693-4dbb-fa8c-499dd324dde0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お客様の声／見学予約フォーム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コンセプト・デザイン・暮らし方・コーディネートを紹介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施工事例と、古河展示場の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お客様の声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実際に建てた方の感想や家づくりストーリーを読める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2026-10-05T13:26:29Z</dcterms:created>
  <dcterms:modified xsi:type="dcterms:W3CDTF">2026-10-05T13:26:29Z</dcterms:modified>
</cp:coreProperties>
</file>