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59ffae4e-0920-327d-cc1e-21c82066af73}">
          <p14:sldIdLst>
            <p14:sldId id="256"/>
            <p14:sldId id="257"/>
            <p14:sldId id="258"/>
          </p14:sldIdLst>
        </p14:section>
        <p14:section name="開設手順" id="{8a7a3ec8-fa1a-d581-0e01-f01d58788a73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8e2cb259-99dd-39d5-3b34-26bbc386aa45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2026-10-10T08:47:44Z</dcterms:created>
  <dcterms:modified xsi:type="dcterms:W3CDTF">2026-10-10T08:47:44Z</dcterms:modified>
</cp:coreProperties>
</file>