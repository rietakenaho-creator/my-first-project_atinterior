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84315a45-97fb-98f2-6f23-5410c5a5c423}">
          <p14:sldIdLst>
            <p14:sldId id="256"/>
            <p14:sldId id="257"/>
            <p14:sldId id="258"/>
          </p14:sldIdLst>
        </p14:section>
        <p14:section name="開設手順" id="{d5de8162-ab96-11e7-e486-0d9191726512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6b4656b9-3113-36d3-3b6b-67562aa209a9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施工事例と、古河展示場の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2026-10-10T08:26:04Z</dcterms:created>
  <dcterms:modified xsi:type="dcterms:W3CDTF">2026-10-10T08:26:04Z</dcterms:modified>
</cp:coreProperties>
</file>