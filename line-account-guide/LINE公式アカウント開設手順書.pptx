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0e93c25f-ddd2-834e-791a-e737d0d80f70}">
          <p14:sldIdLst>
            <p14:sldId id="256"/>
            <p14:sldId id="257"/>
            <p14:sldId id="258"/>
          </p14:sldIdLst>
        </p14:section>
        <p14:section name="開設手順" id="{efb8b98b-b901-df48-89e5-a585bbda105a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0e1553c3-f082-72b5-81e1-9524b4c0b71f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コンセプト・デザイン・暮らし・インテリアを紹介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2026-10-10T08:18:08Z</dcterms:created>
  <dcterms:modified xsi:type="dcterms:W3CDTF">2026-10-10T08:18:08Z</dcterms:modified>
</cp:coreProperties>
</file>